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4F976-24E9-9541-A071-FC9BBC8C4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F2DDCA-4E44-34E4-C664-113A073E7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A827DD-7222-40DC-5F10-1A4E710D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90A6FA-0A29-BBE0-B3A7-1EF0C5564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A2952A-4587-7245-EE18-FDF4F439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642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F72215-F8DF-50EF-3201-361A66B22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69C435-E836-0467-27F0-C82533265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D7DE4-7062-317B-FF8D-E0A4D516D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B4CD6-A631-FE22-259E-CC15AF440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234673-AC82-5878-B652-903D985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56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387A7-F61A-8C2A-E974-18725A58B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6A48F7-20C4-6A17-7B4A-6034B1F54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B14487-37FC-63C7-91E2-12142EA3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B5F812-A561-6E69-B1C1-5185B227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6C1577-832C-263E-EFAF-C7ED36474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78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82BBC-0993-76CF-C408-704DEB1AE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B162CE-7928-7F4F-C2CD-44305DD9E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493FC8-3BFA-2228-C03E-5D3D76279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96CC6A-55A8-04FD-7A0A-F4D383823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802BE4-B666-2385-8FA6-B9A146E7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1B4A8E-DC35-D1F8-4809-69492492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02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E1786-7E8E-6680-4D9F-C78E0CFDA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1E5CCC-D045-7A7F-F414-836C84333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83F44B-64B5-D4C4-2F07-48B28268A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E62D895-D4AC-7552-397F-C8DA41130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4CF2BC2-144E-159A-86B0-8321B3B7F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A90D1F-E5A2-37DB-C66C-170D4FD44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E4596D-F5B6-CD1C-3EA6-BD2F4A4FA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321A40-8B01-CAB7-8B8E-7B5BF7C0B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786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45D73C-9129-EC97-14EF-D0C376DC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7A6430-DF06-D2EF-0442-B9AF87A0C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3DEB19-F301-32F9-E14A-C56D2114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E0323D-3B7E-5A25-5F05-254DF181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462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EFB1E2-90FE-613C-DD28-B94E990A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A1BE61-8C47-C0CE-C13F-55A66F89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895D23-81C1-6AC1-7566-40C9D2ECF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61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6FB84-2DFE-9934-7C32-4EA05E568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4168D0-B8AC-103B-2714-52B28784B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384648-4834-73FE-8026-9EF0B5A90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ADB973-318F-C948-29A1-BB73C52C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516F3E-931E-C3A3-8319-CA0DB16F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27C308-0DF6-1666-9E6D-6C463F7A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494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32296-4594-BF39-F483-6CF5FE8B3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A7271F-F1E6-A306-F3C0-8604F507DC5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49AC45-E13D-F86F-07A4-FAE8FB3D0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5AFEC3-70DD-3637-0D2B-D684C729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0CB767-D355-90DF-A0BB-26EF6021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C62A75-36DE-B391-7C95-D4B4688E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86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C5D2F-6571-2F44-8237-EB79BD6AF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662A87-9E9E-E65E-F4DF-B581D8083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9CFCCF-96E7-F1E3-C1D9-CC33D058A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EFFB4-B3B0-DD92-4A06-AE0FAB26C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3DA53C-A295-9B5C-19C1-944DD370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1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527F6F-7A8A-7989-8A0D-FFE54D9F1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BB6C7F-77E0-A30E-EFDF-5A94C933C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1C9AE5-E250-E6CE-1E8E-81244D54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A3AEFA-7C2B-1761-C698-53F538066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043AC2-EDBB-60CC-2B0F-484B9DA2A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955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2827C8-DB51-341E-583B-A81456DFF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D6ABB-F3CE-C401-908F-4816986F4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ED576F-779D-97AC-8EC5-266DA7268A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8DB68-103E-472E-86F2-F9B56A2E4391}" type="datetimeFigureOut">
              <a:rPr lang="zh-CN" altLang="en-US" smtClean="0"/>
              <a:t>2026/10/10 Saturday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B06BB-819C-630D-A5D5-930D73E53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762AC6-E4F1-79FF-F273-6F24DC1AD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81B8D-DE7B-4E25-A3BD-7FA499E96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30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450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creator>openOfficetab</dc:creator>
  <cp:lastModifiedBy>openOfficetab</cp:lastModifiedBy>
</cp:coreProperties>
</file>